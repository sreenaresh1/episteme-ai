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943600" cy="320040"/>
          </a:xfrm>
          <a:prstGeom prst="rect">
            <a:avLst/>
          </a:prstGeom>
          <a:solidFill>
            <a:srgbClr val="EAEAE6"/>
          </a:solidFill>
          <a:ln w="12700">
            <a:solidFill>
              <a:srgbClr val="11111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SUBMIT • AGENTIC AI HACKATHON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Episteme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Self-Healing Epistemic Curriculum Engine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106984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88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classical philosophy: ἐπιστήμη (Episteme — justified, verified truth) vs δόξα (Doxa — unverified opinion). Online learning is saturated with unverified links, surprise paywalls, and unbudgeted schedules. Episteme AI provides mathematical rigor: guaranteeing weekly hour caps (e.g. 5h/wk for 26w = 130h), verifying 100% free courses, and autonomously healing dead links and paywalls.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33832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206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572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130h Budget Cap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50292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mathematical constraint solver fitting 26 weeks @ 5h/wk with zero overflow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4023360"/>
            <a:ext cx="33832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4206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4572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Links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50292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HTTP crawler catches 404s &amp; paywalls, hot-swapping verified free alternatives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4023360"/>
            <a:ext cx="33832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4206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4572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Gatekeeper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50292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user approval prior to simulated platform enrollment &amp; idempotent calendar dispatch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• 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"Free" Online Learning Trap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85% of self-directed technical learners abandon their educational ambitions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33832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 TRAPS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 Paywalls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05840" y="3246120"/>
            <a:ext cx="283464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747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advertised as "free" abruptly demand credit cards midway through week 3 to unlock graded labs, assignments, or certificates. Learners waste weeks only to hit an unexpected financial wall.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832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48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DECAY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5146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Dead Links &amp; Deprecation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283464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747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syllabi decompose over time. Video links disappear, external repositories get archived, and APIs change, leaving ambitious students completely stranded with broken documentation.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3832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148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UNBUDGETED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25146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Chaotic Workloads &amp; Burnout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21040" y="3246120"/>
            <a:ext cx="283464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4747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 hallucinate overwhelming 40-hour weekly roadmaps for busy professionals who only have 5 hours/week. Unrealistic scheduling is the #1 driver of student abandonment.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•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Curriculum Engineering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agentic workflow guaranteeing verified free resources, strict time caps, and link healing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6217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Mathematical Time-Budget Constraint Solver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exact weekly hours (5h/wk × 26 weeks = 130 hours). Every weekly module is strictly bounded with zero overflow.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6217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290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Active Link Verification &amp; Paywall Auditor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pings HTTP headers and scans domain heuristics. Flagged paid courses or 404 links trigger immediate automated substitution.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6217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006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Human-in-the-Loop Gateway &amp; Idempotency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51663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explicit user consent prior to simulated platform enrollments and generates standard RFC-5545 .ics calendars.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23760" y="1920240"/>
            <a:ext cx="42062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VERIFIED FREE PLATFORMS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Zero-Tuition Source Pool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30175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Coursera (Free Audit Mode)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Kaggle Learn (Micro-courses &amp; Datasets)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Khan Academy (Foundations &amp; Statistics)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freeCodeCamp (Full Curriculum)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&amp; Pandas Official Documentation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Learn (Power BI / Data Fundamentals)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 OpenCourseWare &amp; Harvard CS50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MDN Web Docs &amp; Mozilla Foundation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•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Multi-Agent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flow from user ambition intake to verified, scheduled execution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Intake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&amp; 5h/wk cap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97480" y="2606040"/>
            <a:ext cx="182880" cy="274320"/>
          </a:xfrm>
          <a:prstGeom prst="rightArrow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92024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057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DAG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order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2606040"/>
            <a:ext cx="182880" cy="274320"/>
          </a:xfrm>
          <a:prstGeom prst="rightArrow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92024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057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Auditor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5780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ping &amp; paywalls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86600" y="2606040"/>
            <a:ext cx="182880" cy="274320"/>
          </a:xfrm>
          <a:prstGeom prst="rightArrow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192024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057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5236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Auto-substitution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81160" y="2606040"/>
            <a:ext cx="182880" cy="274320"/>
          </a:xfrm>
          <a:prstGeom prst="rightArrow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1920240"/>
            <a:ext cx="1920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2057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4692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4692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.ics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" y="3840480"/>
            <a:ext cx="1069848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023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AUDIT &amp; PERSISTENCE TIER (SQLITE WAL MODE)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runs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label, goal, level, weekly_hours (5), horizon_weeks (26), total_hours (130), status (verified)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" y="4846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resources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484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week_id, title, url, is_free, link_status (live_free), replaced_by, classification_reason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5303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actions &amp; tests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83280" y="5303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idempotency_key (calendar-runId), action_type, mock_execution=1, tc_id (TC1-TC4), evidence (JSON)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• VERIFICATION 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Hackathon Test Cases (4/4 Passed)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deterministic verification against live database transactions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1069848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 @ 5 h/week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(100%)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generated: 26/26. Total hours: 130/130 (exact match). Per-week limit (≤5h) respected: true. All URLs valid &amp; free.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1069848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3063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Becomes Paid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0" y="3063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(100%)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course detected (Udemy pattern). Replaced with freeCodeCamp Data Analysis with Python. Re-verified live_free &amp; saved to DB.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1069848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14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Link (404/DNS)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0" y="4114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(100%)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error caught (NXDOMAIN). Free alternative discovered, verified live via real HTTP fetch, and hot-swapped into curriculum.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029200"/>
            <a:ext cx="1069848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66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5166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Rerun / Idempotency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0" y="5166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(100%)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completed sessions preserved. Missing sessions: 0. Duplicate calendar action blocked via idempotency key. Sessions: 4 before / 4 after.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• TECHNICAL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Paywall Detection &amp; Self-Healing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Episteme guarantees curriculum freshness and accessibility over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521208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• HEURISTIC AUDITING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Paywall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Known Paid Traps: Pattern matches domains requiring recurring subscription (Udemy, Pluralsight, Skillshare, MasterClass, Brilliant).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Audit Whitelist: Validates auditability on platforms where course materials are freely viewable (Coursera, Kaggle, Khan, fast.ai).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 Status Checking: Actively pings every URL before presenting it to the user. Non-200 responses and DNS drops are immediately caught.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Timestamped Evidence: Every audit event stores HTTP status code, ISO-8601 timestamp, and classification explanation.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21208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• REPLACEMENT LOOP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Hot-Swap Substitution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Topic-Tagged Repository Pool: Maintains categorized index of verified open-access materials by topic (Python, SQL, Stats, EDA).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Two-Step Verification: Candidate replacements are re-checked via a live HTTP fetch before insertion to ensure they are accessible.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Database Hot-Swap: Automatically updates the curriculum table, recording the replacement URL and rationale.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Audit Lineage: The database preserves original URL, replacement URL, and replacement reason for complete transparency.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• SAFETY &amp; SCHEDULING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Governance &amp; Calendar Integration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execution with strict idempotency and universal RFC-5545 calendar export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521208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SAFETY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Human-in-the-Loop Gate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Blind Execution: Autonomous actions never enroll in courses or modify schedules without human review.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Review Modal: Presents weekly hours breakdown, course links, and proposed calendar actions before dispatch.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Idempotency Protection: Cryptographic action key (calendar-runId) ensures that duplicate approvals or network retries never create duplicate events.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Transparent Simulation: Simulated actions explicitly track mock_execution=1 in database audit logs.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21208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WORKFLOW INTEGRATION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RFC-5545 iCalendar (.ics) Export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Universal Compatibility: Generates standard .ics files compatible with Google Calendar, Apple Calendar, and Microsoft Outlook.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Recurring Study Blocks: Distributes the allocated weekly hours into actionable calendar events.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Curated Resource Attachments: Each calendar event description contains direct links to that week’s curated free resources.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One-Click Download: Learners import their entire 26-week study roadmap in seconds directly from the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• CONCLUSION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Episteme AI: The Future of Self-Education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epistemic rigor and mathematical feasibility to learning pathways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33832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(DELIVERED)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 &amp; Verification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926080"/>
            <a:ext cx="292608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0632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Mathematical 130h constraint solver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Gemini 2.0 Flash prerequisite DAG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HTTP link crawler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Heuristic paywall detector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SQLite WAL persistence tier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4/4 official test cases passed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832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(NEXT)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423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&amp; Monitoring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2926080"/>
            <a:ext cx="292608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0632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Discord / Slack study companion bot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automated link health audits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Calendar direct API two-way sync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Learner completion check-in reminders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Adaptive pacing for rescheduled weeks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3832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(VISION)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75320" y="2423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Knowledge Commons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75320" y="2926080"/>
            <a:ext cx="2926080" cy="0"/>
          </a:xfrm>
          <a:prstGeom prst="line">
            <a:avLst/>
          </a:prstGeom>
          <a:noFill/>
          <a:ln w="12700">
            <a:solidFill>
              <a:srgbClr val="D5D5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0632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Decentralized open-access course index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Peer-attested free curriculum verification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Multilingual syllabus translation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Institutional university credit alignment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Universal Zero-Tuition learning access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394960"/>
            <a:ext cx="106984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REPOSITORY: https://github.com/SreeNaresh1/episteme-ai  •  AGENTIC AI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Episteme AI — Autonomous Self-Healing Learning Path Engine</dc:title>
  <dc:subject>Agentic AI Hackathon 2026</dc:subject>
  <dc:creator>Episteme AI Team</dc:creator>
  <cp:lastModifiedBy>Episteme AI Team</cp:lastModifiedBy>
  <cp:revision>1</cp:revision>
  <dcterms:created xsi:type="dcterms:W3CDTF">2026-10-19T09:50:04Z</dcterms:created>
  <dcterms:modified xsi:type="dcterms:W3CDTF">2026-10-19T09:50:04Z</dcterms:modified>
</cp:coreProperties>
</file>